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b="1" sz="1300">
                <a:solidFill>
                  <a:srgbClr val="1D4ED8"/>
                </a:solidFill>
              </a:defRPr>
            </a:pPr>
            <a:r>
              <a:t>HackWave · KrishiVaani  |  Entity-Relationship Diagram — Supabase Schema (10 Implemented Tables)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0" y="91440"/>
            <a:ext cx="658368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B45309"/>
                </a:solidFill>
              </a:defRPr>
            </a:pPr>
            <a:r>
              <a:t>★ Production Schema: Initial &amp; Phase 2 Migrations Verified (pgvector 768-dim)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731520"/>
            <a:ext cx="20116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farmer_profiles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phone_number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name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language_preference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state, district (text)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474720"/>
            <a:ext cx="20116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5803D"/>
                </a:solidFill>
              </a:defRPr>
            </a:pPr>
            <a:r>
              <a:t>farmer_crops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FK: farmer_id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crop_name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area_acres (numeric)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sowing_date, season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731520"/>
            <a:ext cx="2103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D4ED8"/>
                </a:solidFill>
              </a:defRPr>
            </a:pPr>
            <a:r>
              <a:t>conversations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FK: farmer_id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started_at (timestamptz)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last_activity_at (timestamptz)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status (text)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743200"/>
            <a:ext cx="2103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D4ED8"/>
                </a:solidFill>
              </a:defRPr>
            </a:pPr>
            <a:r>
              <a:t>query_logs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FK: conversation_id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query_text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detected_intent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detected_language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extracted_entities (jsonb)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4754880"/>
            <a:ext cx="2103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D4ED8"/>
                </a:solidFill>
              </a:defRPr>
            </a:pPr>
            <a:r>
              <a:t>response_logs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FK: query_log_id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response_text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grounding_score (numeric)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sources_cited (jsonb)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latency_ms, tokens_used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731520"/>
            <a:ext cx="219456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source_documents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title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source_org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doc_type, state, crop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version, checksum,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474720"/>
            <a:ext cx="21945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6D28D9"/>
                </a:solidFill>
              </a:defRPr>
            </a:pPr>
            <a:r>
              <a:t>knowledge_chunks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FK: document_id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chunk_index (integer)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content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embedding (vector(768))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domain, crop, section_header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731520"/>
            <a:ext cx="219456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F766E"/>
                </a:solidFill>
              </a:defRPr>
            </a:pPr>
            <a:r>
              <a:t>government_schemes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scheme_name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ministry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target_beneficiary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benefit_details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eligibility_criteria (jsonb)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application_url (text)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657600"/>
            <a:ext cx="219456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0F766E"/>
                </a:solidFill>
              </a:defRPr>
            </a:pPr>
            <a:r>
              <a:t>mandi_prices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state, district, market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commodity, variety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arrival_date (date)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min_price, max_price (numeric)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modal_price (numeric)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731520"/>
            <a:ext cx="20116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B45309"/>
                </a:solidFill>
              </a:defRPr>
            </a:pPr>
            <a:r>
              <a:t>sync_logs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PK: id (uuid)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pipeline_name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status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records_processed (int)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records_failed (int)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error_summary (text)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started_at, completed_at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3657600"/>
            <a:ext cx="201168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>
              <a:defRPr b="1" sz="1000">
                <a:solidFill>
                  <a:srgbClr val="1E293B"/>
                </a:solidFill>
              </a:defRPr>
            </a:pPr>
            <a:r>
              <a:t>Schema Relationships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farmer_profiles 1:N farmer_crops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farmer_profiles 1:N conversations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conversations 1:N query_logs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query_logs 1:1 response_logs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source_docs 1:N knowledge_chunks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All foreign keys enforced (CASCADE)</a:t>
            </a:r>
          </a:p>
          <a:p>
            <a:pPr algn="ctr">
              <a:defRPr sz="800">
                <a:solidFill>
                  <a:srgbClr val="1E293B"/>
                </a:solidFill>
              </a:defRPr>
            </a:pPr>
            <a:r>
              <a:t>• pgvector ivfflat cosine index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