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HackWave · KrishiVaani  |  System Architecture (Editable PPT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91440"/>
            <a:ext cx="65836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45309"/>
                </a:solidFill>
              </a:defRPr>
            </a:pPr>
            <a:r>
              <a:t>★ Official agricultural data is the source of truth — AI retrieves, validates, and communicates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Multimodal input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(Voice or 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Voice / Text Input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BCP-47 language tag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(hi-IN, te-IN, mr-IN,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16459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Sarvam STT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saaras:v3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Indic speech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93776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Sarvam TTS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bulbul:v3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Indic voice synthesis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8521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Response to Farmer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Multilingual voice/text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731520"/>
            <a:ext cx="6858000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100">
                <a:solidFill>
                  <a:srgbClr val="1D4ED8"/>
                </a:solidFill>
              </a:defRPr>
            </a:pPr>
            <a:r>
              <a:t>FastAPI Backend Orchestrator (10-layer RAG &amp; Guardrails)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09728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FastAPI /query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Request ID &amp;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82880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Query Preprocessing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Unicode NFKC · Normalization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56032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Intent Classification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Regex keywords · 6 intents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29184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Context Extraction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Crop, State, Season,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560320"/>
            <a:ext cx="14630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91C1C"/>
                </a:solidFill>
              </a:defRPr>
            </a:pPr>
            <a:r>
              <a:t>Unsupported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 refusal response</a:t>
            </a:r>
          </a:p>
        </p:txBody>
      </p:sp>
      <p:sp>
        <p:nvSpPr>
          <p:cNvPr id="15" name="Hexagon 14"/>
          <p:cNvSpPr/>
          <p:nvPr/>
        </p:nvSpPr>
        <p:spPr>
          <a:xfrm>
            <a:off x="2377440" y="4023360"/>
            <a:ext cx="1645920" cy="54864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Query Routing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Intent-based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474720"/>
            <a:ext cx="2194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Agri Knowledge Retrieval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Vector + Keyword Hybrid Search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text-embedding-004 (768-dim)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Crop &amp; advisory 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47472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Government Schemes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Structured Scheme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Eligibility &amp; subsidy catalog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Direct portal application links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37744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Mandi Market Prices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Structured Mandi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Daily APMC rates &amp; arrivals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Commodity modal prices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66344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Retrieved Evidence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Verified official context chunks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663440"/>
            <a:ext cx="21031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91C1C"/>
                </a:solidFill>
              </a:defRPr>
            </a:pPr>
            <a:r>
              <a:t>Insufficient Evidence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→ ABSTAIN (Kisan Helpline)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486400"/>
            <a:ext cx="2194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✦ Gemini LLM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Reasoning layer — NOT data source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Strictly grounded in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486400"/>
            <a:ext cx="2103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Grounding Validation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Post-LLM fact &amp; safety check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Append official 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731520"/>
            <a:ext cx="2651760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100">
                <a:solidFill>
                  <a:srgbClr val="0369A1"/>
                </a:solidFill>
              </a:defRPr>
            </a:pPr>
            <a:r>
              <a:t>Authoritative Data Stores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109728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ICAR / SAUs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Package of Practices (POP)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Scientific crop &amp; pest guides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01168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Government Schemes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MoAFW, PM-KISAN, PMFBY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Eligibility &amp; subsidy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92608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Agmarknet / Data.gov.in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Daily APMC mandi market records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Arrival rates &amp; commodities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3840480"/>
            <a:ext cx="22860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⛁ Supabase (PostgreSQL + pgvector)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knowledge_chunks [vector(768)]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source_documents [provenance]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government_schemes [catalog]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mandi_prices [APMC records]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farmer_profiles &amp; farmer_crops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conversations &amp; query_logs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response_logs &amp; sync_logs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HackWave · KrishiVaani  |  End-to-End Workflow: Farmer Query → Grounded Agricultural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91440"/>
            <a:ext cx="65836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45309"/>
                </a:solidFill>
              </a:defRPr>
            </a:pPr>
            <a:r>
              <a:t>★ Strict Grounding: Gemini synthesizes retrieved evidence; official data is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S1: Farmer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Voice or text prompt intake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S2: Input Type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Voice? Yes → Sarvam STT | No →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S3: Preprocessing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Unicode NFKC, sanitize &amp; request_id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S4: Intent Classification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6 intents (crop, pest, scheme, mandi...)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S5: Context Extraction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Extract crop, state, season,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S6: Query Routing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Multi-path execution 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Crop / Pest / Agri Branch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Agricultural Knowledge Retrieval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Vector + Keyword Hybrid Search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Similarity Evidence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9456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Government Scheme Branch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Government Scheme Structured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Match state &amp; central subsidies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Direct application 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9456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Mandi Price Branch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Mandi Structured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Latest APMC market prices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Commodity variety &amp; modal rates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194560"/>
            <a:ext cx="18288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E293B"/>
                </a:solidFill>
              </a:defRPr>
            </a:pPr>
            <a:r>
              <a:t>Unsupported Query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 refusal response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Polite boundary notification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Out-of-scope redirection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194560"/>
            <a:ext cx="20116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91C1C"/>
                </a:solidFill>
              </a:defRPr>
            </a:pPr>
            <a:r>
              <a:t>Insufficient Evidence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→ ABSTAIN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 multilingual response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Direct to Kisan Call 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S7: Retrieved Evidence Context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Aggregated knowledge chunks &amp; structured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Authoritative provenance from ICAR / MoAFW / Agmarknet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Zero hallucinated content injected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5661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S8: ✦ Gemini LLM (Reasoning Layer)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Multilingual synthesis &amp; logical reasoning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Constrained strictly to retrieved evidence context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Explicitly NOT the authoritative knowledge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93192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S9: Grounding Validation &amp; Citations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Post-LLM factual consistency verification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Append verified source document citations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Safety guardrail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S10: Grounded Response Delivery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Final verified response communicated in farmer's preferred language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Includes actionable advice, scheme steps, or mandi price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48640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Sarvam TTS (Voice Response)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Bulbul v3 Indic speech synthesis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Delivered if initial query was voice audio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5486400"/>
            <a:ext cx="2286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 Receives Answer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Accessible via mobile web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Voice audio or text display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HackWave · KrishiVaani  |  Entity-Relationship Diagram — Supabase Schema (10 Implemented Tables)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91440"/>
            <a:ext cx="65836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45309"/>
                </a:solidFill>
              </a:defRPr>
            </a:pPr>
            <a:r>
              <a:t>★ Production Schema: Initial &amp; Phase 2 Migrations Verified (pgvector 768-dim)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31520"/>
            <a:ext cx="20116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farmer_profiles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phone_number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language_preference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state, district (text)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farmer_crops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farmer_id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crop_name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area_acres (numeric)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sowing_date, season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73152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conversations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farmer_id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started_at (timestamptz)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last_activity_at (timestamptz)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status (text)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74320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query_logs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conversation_id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query_text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detected_intent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detected_language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extracted_entities (jsonb)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475488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response_logs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query_log_id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response_text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grounding_score (numeric)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sources_cited (jsonb)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latency_ms, tokens_used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731520"/>
            <a:ext cx="21945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source_documents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title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source_org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doc_type, state, crop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version, checksum,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47472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knowledge_chunks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document_id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chunk_index (integer)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content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embedding (vector(768))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domain, crop, section_header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731520"/>
            <a:ext cx="21945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government_schemes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scheme_name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ministry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target_beneficiary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benefit_details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eligibility_criteria (jsonb)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application_url (text)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21945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mandi_prices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state, district, market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commodity, variety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arrival_date (date)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min_price, max_price (numeric)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modal_price (numeric)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73152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sync_logs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pipeline_name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status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records_processed (int)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records_failed (int)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error_summary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started_at, completed_at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36576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E293B"/>
                </a:solidFill>
              </a:defRPr>
            </a:pPr>
            <a:r>
              <a:t>Schema Relationships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farmer_profiles 1:N farmer_crops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farmer_profiles 1:N conversations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conversations 1:N query_logs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query_logs 1:1 response_logs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source_docs 1:N knowledge_chunks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All foreign keys enforced (CASCADE)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pgvector ivfflat cosine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